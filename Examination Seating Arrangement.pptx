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70133-15F4-49CF-9D96-B2F8D4545DB0}" v="22" dt="2026-05-27T10:24:0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.Geethika Chowdary" userId="f74ba16347d03dc8" providerId="LiveId" clId="{EFE70133-15F4-49CF-9D96-B2F8D4545DB0}"/>
    <pc:docChg chg="custSel addSld modSld">
      <pc:chgData name="M.Geethika Chowdary" userId="f74ba16347d03dc8" providerId="LiveId" clId="{EFE70133-15F4-49CF-9D96-B2F8D4545DB0}" dt="2026-05-27T10:27:32.949" v="167" actId="14100"/>
      <pc:docMkLst>
        <pc:docMk/>
      </pc:docMkLst>
      <pc:sldChg chg="addSp modSp mod">
        <pc:chgData name="M.Geethika Chowdary" userId="f74ba16347d03dc8" providerId="LiveId" clId="{EFE70133-15F4-49CF-9D96-B2F8D4545DB0}" dt="2026-05-27T10:10:39.523" v="28" actId="14100"/>
        <pc:sldMkLst>
          <pc:docMk/>
          <pc:sldMk cId="3669884948" sldId="258"/>
        </pc:sldMkLst>
        <pc:picChg chg="add mod">
          <ac:chgData name="M.Geethika Chowdary" userId="f74ba16347d03dc8" providerId="LiveId" clId="{EFE70133-15F4-49CF-9D96-B2F8D4545DB0}" dt="2026-05-27T10:10:39.523" v="28" actId="14100"/>
          <ac:picMkLst>
            <pc:docMk/>
            <pc:sldMk cId="3669884948" sldId="258"/>
            <ac:picMk id="3" creationId="{C6E29A37-B54C-AF8E-E855-BC35D08B5B39}"/>
          </ac:picMkLst>
        </pc:picChg>
      </pc:sldChg>
      <pc:sldChg chg="addSp modSp mod">
        <pc:chgData name="M.Geethika Chowdary" userId="f74ba16347d03dc8" providerId="LiveId" clId="{EFE70133-15F4-49CF-9D96-B2F8D4545DB0}" dt="2026-05-27T10:11:13.900" v="33" actId="14100"/>
        <pc:sldMkLst>
          <pc:docMk/>
          <pc:sldMk cId="3064053845" sldId="259"/>
        </pc:sldMkLst>
        <pc:picChg chg="add mod">
          <ac:chgData name="M.Geethika Chowdary" userId="f74ba16347d03dc8" providerId="LiveId" clId="{EFE70133-15F4-49CF-9D96-B2F8D4545DB0}" dt="2026-05-27T10:11:13.900" v="33" actId="14100"/>
          <ac:picMkLst>
            <pc:docMk/>
            <pc:sldMk cId="3064053845" sldId="259"/>
            <ac:picMk id="3" creationId="{0F7BDB34-A0B4-319A-D601-7D684D2716ED}"/>
          </ac:picMkLst>
        </pc:picChg>
      </pc:sldChg>
      <pc:sldChg chg="addSp modSp mod">
        <pc:chgData name="M.Geethika Chowdary" userId="f74ba16347d03dc8" providerId="LiveId" clId="{EFE70133-15F4-49CF-9D96-B2F8D4545DB0}" dt="2026-05-27T10:11:47.306" v="38" actId="14100"/>
        <pc:sldMkLst>
          <pc:docMk/>
          <pc:sldMk cId="436215341" sldId="260"/>
        </pc:sldMkLst>
        <pc:picChg chg="add mod">
          <ac:chgData name="M.Geethika Chowdary" userId="f74ba16347d03dc8" providerId="LiveId" clId="{EFE70133-15F4-49CF-9D96-B2F8D4545DB0}" dt="2026-05-27T10:11:47.306" v="38" actId="14100"/>
          <ac:picMkLst>
            <pc:docMk/>
            <pc:sldMk cId="436215341" sldId="260"/>
            <ac:picMk id="3" creationId="{6C777C1E-5FE8-0596-CF12-DB2F2E68E465}"/>
          </ac:picMkLst>
        </pc:picChg>
      </pc:sldChg>
      <pc:sldChg chg="addSp modSp new mod">
        <pc:chgData name="M.Geethika Chowdary" userId="f74ba16347d03dc8" providerId="LiveId" clId="{EFE70133-15F4-49CF-9D96-B2F8D4545DB0}" dt="2026-05-27T10:12:20.690" v="44" actId="14100"/>
        <pc:sldMkLst>
          <pc:docMk/>
          <pc:sldMk cId="3762327987" sldId="261"/>
        </pc:sldMkLst>
        <pc:picChg chg="add mod">
          <ac:chgData name="M.Geethika Chowdary" userId="f74ba16347d03dc8" providerId="LiveId" clId="{EFE70133-15F4-49CF-9D96-B2F8D4545DB0}" dt="2026-05-27T10:12:20.690" v="44" actId="14100"/>
          <ac:picMkLst>
            <pc:docMk/>
            <pc:sldMk cId="3762327987" sldId="261"/>
            <ac:picMk id="3" creationId="{CC7D6C04-C8DB-DCBE-C738-65BF59F31A23}"/>
          </ac:picMkLst>
        </pc:picChg>
      </pc:sldChg>
      <pc:sldChg chg="addSp modSp new mod">
        <pc:chgData name="M.Geethika Chowdary" userId="f74ba16347d03dc8" providerId="LiveId" clId="{EFE70133-15F4-49CF-9D96-B2F8D4545DB0}" dt="2026-05-27T05:56:06.860" v="23" actId="14100"/>
        <pc:sldMkLst>
          <pc:docMk/>
          <pc:sldMk cId="3367837533" sldId="262"/>
        </pc:sldMkLst>
        <pc:picChg chg="add mod">
          <ac:chgData name="M.Geethika Chowdary" userId="f74ba16347d03dc8" providerId="LiveId" clId="{EFE70133-15F4-49CF-9D96-B2F8D4545DB0}" dt="2026-05-27T05:56:06.860" v="23" actId="14100"/>
          <ac:picMkLst>
            <pc:docMk/>
            <pc:sldMk cId="3367837533" sldId="262"/>
            <ac:picMk id="3" creationId="{6FBF6967-EC66-9E1A-F544-C7BD88150FCB}"/>
          </ac:picMkLst>
        </pc:picChg>
      </pc:sldChg>
      <pc:sldChg chg="addSp modSp new mod">
        <pc:chgData name="M.Geethika Chowdary" userId="f74ba16347d03dc8" providerId="LiveId" clId="{EFE70133-15F4-49CF-9D96-B2F8D4545DB0}" dt="2026-05-27T10:12:59.331" v="49" actId="14100"/>
        <pc:sldMkLst>
          <pc:docMk/>
          <pc:sldMk cId="3666192183" sldId="263"/>
        </pc:sldMkLst>
        <pc:picChg chg="add mod">
          <ac:chgData name="M.Geethika Chowdary" userId="f74ba16347d03dc8" providerId="LiveId" clId="{EFE70133-15F4-49CF-9D96-B2F8D4545DB0}" dt="2026-05-27T10:12:59.331" v="49" actId="14100"/>
          <ac:picMkLst>
            <pc:docMk/>
            <pc:sldMk cId="3666192183" sldId="263"/>
            <ac:picMk id="3" creationId="{71035655-1081-C578-04CE-145CD20644CD}"/>
          </ac:picMkLst>
        </pc:picChg>
      </pc:sldChg>
      <pc:sldChg chg="addSp modSp new mod">
        <pc:chgData name="M.Geethika Chowdary" userId="f74ba16347d03dc8" providerId="LiveId" clId="{EFE70133-15F4-49CF-9D96-B2F8D4545DB0}" dt="2026-05-27T10:17:04.348" v="56" actId="14100"/>
        <pc:sldMkLst>
          <pc:docMk/>
          <pc:sldMk cId="153192665" sldId="264"/>
        </pc:sldMkLst>
        <pc:picChg chg="add mod">
          <ac:chgData name="M.Geethika Chowdary" userId="f74ba16347d03dc8" providerId="LiveId" clId="{EFE70133-15F4-49CF-9D96-B2F8D4545DB0}" dt="2026-05-27T10:17:04.348" v="56" actId="14100"/>
          <ac:picMkLst>
            <pc:docMk/>
            <pc:sldMk cId="153192665" sldId="264"/>
            <ac:picMk id="3" creationId="{7459881C-FF7B-966F-3971-FCCE4FE925E5}"/>
          </ac:picMkLst>
        </pc:picChg>
      </pc:sldChg>
      <pc:sldChg chg="addSp modSp new mod">
        <pc:chgData name="M.Geethika Chowdary" userId="f74ba16347d03dc8" providerId="LiveId" clId="{EFE70133-15F4-49CF-9D96-B2F8D4545DB0}" dt="2026-05-27T10:17:37.882" v="63" actId="14100"/>
        <pc:sldMkLst>
          <pc:docMk/>
          <pc:sldMk cId="1203984748" sldId="265"/>
        </pc:sldMkLst>
        <pc:picChg chg="add mod">
          <ac:chgData name="M.Geethika Chowdary" userId="f74ba16347d03dc8" providerId="LiveId" clId="{EFE70133-15F4-49CF-9D96-B2F8D4545DB0}" dt="2026-05-27T10:17:37.882" v="63" actId="14100"/>
          <ac:picMkLst>
            <pc:docMk/>
            <pc:sldMk cId="1203984748" sldId="265"/>
            <ac:picMk id="3" creationId="{5923649C-68C5-EAAD-645D-A2ABDE26DEC6}"/>
          </ac:picMkLst>
        </pc:picChg>
      </pc:sldChg>
      <pc:sldChg chg="addSp modSp new mod">
        <pc:chgData name="M.Geethika Chowdary" userId="f74ba16347d03dc8" providerId="LiveId" clId="{EFE70133-15F4-49CF-9D96-B2F8D4545DB0}" dt="2026-05-27T10:18:06.205" v="70" actId="14100"/>
        <pc:sldMkLst>
          <pc:docMk/>
          <pc:sldMk cId="9559832" sldId="266"/>
        </pc:sldMkLst>
        <pc:picChg chg="add mod">
          <ac:chgData name="M.Geethika Chowdary" userId="f74ba16347d03dc8" providerId="LiveId" clId="{EFE70133-15F4-49CF-9D96-B2F8D4545DB0}" dt="2026-05-27T10:18:06.205" v="70" actId="14100"/>
          <ac:picMkLst>
            <pc:docMk/>
            <pc:sldMk cId="9559832" sldId="266"/>
            <ac:picMk id="3" creationId="{368EFD3A-A991-46E3-7944-65A7BF938071}"/>
          </ac:picMkLst>
        </pc:picChg>
      </pc:sldChg>
      <pc:sldChg chg="addSp delSp modSp new mod">
        <pc:chgData name="M.Geethika Chowdary" userId="f74ba16347d03dc8" providerId="LiveId" clId="{EFE70133-15F4-49CF-9D96-B2F8D4545DB0}" dt="2026-05-27T10:18:51.630" v="81" actId="14100"/>
        <pc:sldMkLst>
          <pc:docMk/>
          <pc:sldMk cId="1012948558" sldId="267"/>
        </pc:sldMkLst>
        <pc:picChg chg="add del mod">
          <ac:chgData name="M.Geethika Chowdary" userId="f74ba16347d03dc8" providerId="LiveId" clId="{EFE70133-15F4-49CF-9D96-B2F8D4545DB0}" dt="2026-05-27T10:18:19.440" v="74" actId="478"/>
          <ac:picMkLst>
            <pc:docMk/>
            <pc:sldMk cId="1012948558" sldId="267"/>
            <ac:picMk id="3" creationId="{F416FF4B-8609-869B-5556-E7FD5F70645F}"/>
          </ac:picMkLst>
        </pc:picChg>
        <pc:picChg chg="add mod">
          <ac:chgData name="M.Geethika Chowdary" userId="f74ba16347d03dc8" providerId="LiveId" clId="{EFE70133-15F4-49CF-9D96-B2F8D4545DB0}" dt="2026-05-27T10:18:51.630" v="81" actId="14100"/>
          <ac:picMkLst>
            <pc:docMk/>
            <pc:sldMk cId="1012948558" sldId="267"/>
            <ac:picMk id="5" creationId="{A5E539CF-C334-2F75-0B80-B471F15AB617}"/>
          </ac:picMkLst>
        </pc:picChg>
      </pc:sldChg>
      <pc:sldChg chg="addSp modSp new mod">
        <pc:chgData name="M.Geethika Chowdary" userId="f74ba16347d03dc8" providerId="LiveId" clId="{EFE70133-15F4-49CF-9D96-B2F8D4545DB0}" dt="2026-05-27T10:19:24.050" v="88" actId="14100"/>
        <pc:sldMkLst>
          <pc:docMk/>
          <pc:sldMk cId="2387715633" sldId="268"/>
        </pc:sldMkLst>
        <pc:picChg chg="add mod">
          <ac:chgData name="M.Geethika Chowdary" userId="f74ba16347d03dc8" providerId="LiveId" clId="{EFE70133-15F4-49CF-9D96-B2F8D4545DB0}" dt="2026-05-27T10:19:24.050" v="88" actId="14100"/>
          <ac:picMkLst>
            <pc:docMk/>
            <pc:sldMk cId="2387715633" sldId="268"/>
            <ac:picMk id="3" creationId="{54C918D5-4C1F-C1AA-D0E8-EC557A7EA920}"/>
          </ac:picMkLst>
        </pc:picChg>
      </pc:sldChg>
      <pc:sldChg chg="addSp modSp new mod">
        <pc:chgData name="M.Geethika Chowdary" userId="f74ba16347d03dc8" providerId="LiveId" clId="{EFE70133-15F4-49CF-9D96-B2F8D4545DB0}" dt="2026-05-27T10:26:34.150" v="154" actId="14100"/>
        <pc:sldMkLst>
          <pc:docMk/>
          <pc:sldMk cId="3920178188" sldId="269"/>
        </pc:sldMkLst>
        <pc:picChg chg="add mod">
          <ac:chgData name="M.Geethika Chowdary" userId="f74ba16347d03dc8" providerId="LiveId" clId="{EFE70133-15F4-49CF-9D96-B2F8D4545DB0}" dt="2026-05-27T10:26:34.150" v="154" actId="14100"/>
          <ac:picMkLst>
            <pc:docMk/>
            <pc:sldMk cId="3920178188" sldId="269"/>
            <ac:picMk id="3" creationId="{0604B35D-FF00-A21F-1B85-984EE54695AB}"/>
          </ac:picMkLst>
        </pc:picChg>
      </pc:sldChg>
      <pc:sldChg chg="addSp modSp new mod">
        <pc:chgData name="M.Geethika Chowdary" userId="f74ba16347d03dc8" providerId="LiveId" clId="{EFE70133-15F4-49CF-9D96-B2F8D4545DB0}" dt="2026-05-27T10:26:54.175" v="158" actId="14100"/>
        <pc:sldMkLst>
          <pc:docMk/>
          <pc:sldMk cId="2782403872" sldId="270"/>
        </pc:sldMkLst>
        <pc:picChg chg="add mod">
          <ac:chgData name="M.Geethika Chowdary" userId="f74ba16347d03dc8" providerId="LiveId" clId="{EFE70133-15F4-49CF-9D96-B2F8D4545DB0}" dt="2026-05-27T10:26:54.175" v="158" actId="14100"/>
          <ac:picMkLst>
            <pc:docMk/>
            <pc:sldMk cId="2782403872" sldId="270"/>
            <ac:picMk id="3" creationId="{68C1CE12-94DB-95F9-71F9-AC1EE980844A}"/>
          </ac:picMkLst>
        </pc:picChg>
      </pc:sldChg>
      <pc:sldChg chg="addSp modSp new mod">
        <pc:chgData name="M.Geethika Chowdary" userId="f74ba16347d03dc8" providerId="LiveId" clId="{EFE70133-15F4-49CF-9D96-B2F8D4545DB0}" dt="2026-05-27T10:27:13.328" v="162" actId="14100"/>
        <pc:sldMkLst>
          <pc:docMk/>
          <pc:sldMk cId="1216531986" sldId="271"/>
        </pc:sldMkLst>
        <pc:picChg chg="add mod">
          <ac:chgData name="M.Geethika Chowdary" userId="f74ba16347d03dc8" providerId="LiveId" clId="{EFE70133-15F4-49CF-9D96-B2F8D4545DB0}" dt="2026-05-27T10:27:13.328" v="162" actId="14100"/>
          <ac:picMkLst>
            <pc:docMk/>
            <pc:sldMk cId="1216531986" sldId="271"/>
            <ac:picMk id="3" creationId="{AE443FF8-9D17-9A69-5B12-3B2F4D81304C}"/>
          </ac:picMkLst>
        </pc:picChg>
      </pc:sldChg>
      <pc:sldChg chg="addSp modSp new mod">
        <pc:chgData name="M.Geethika Chowdary" userId="f74ba16347d03dc8" providerId="LiveId" clId="{EFE70133-15F4-49CF-9D96-B2F8D4545DB0}" dt="2026-05-27T10:27:32.949" v="167" actId="14100"/>
        <pc:sldMkLst>
          <pc:docMk/>
          <pc:sldMk cId="3176668234" sldId="272"/>
        </pc:sldMkLst>
        <pc:picChg chg="add mod">
          <ac:chgData name="M.Geethika Chowdary" userId="f74ba16347d03dc8" providerId="LiveId" clId="{EFE70133-15F4-49CF-9D96-B2F8D4545DB0}" dt="2026-05-27T10:27:32.949" v="167" actId="14100"/>
          <ac:picMkLst>
            <pc:docMk/>
            <pc:sldMk cId="3176668234" sldId="272"/>
            <ac:picMk id="3" creationId="{0E979DC8-4F40-650E-6A01-26A82FD1AC37}"/>
          </ac:picMkLst>
        </pc:picChg>
      </pc:sldChg>
      <pc:sldChg chg="addSp modSp new mod">
        <pc:chgData name="M.Geethika Chowdary" userId="f74ba16347d03dc8" providerId="LiveId" clId="{EFE70133-15F4-49CF-9D96-B2F8D4545DB0}" dt="2026-05-27T10:26:13.649" v="150" actId="14100"/>
        <pc:sldMkLst>
          <pc:docMk/>
          <pc:sldMk cId="3611209428" sldId="273"/>
        </pc:sldMkLst>
        <pc:picChg chg="add mod">
          <ac:chgData name="M.Geethika Chowdary" userId="f74ba16347d03dc8" providerId="LiveId" clId="{EFE70133-15F4-49CF-9D96-B2F8D4545DB0}" dt="2026-05-27T10:26:13.649" v="150" actId="14100"/>
          <ac:picMkLst>
            <pc:docMk/>
            <pc:sldMk cId="3611209428" sldId="273"/>
            <ac:picMk id="3" creationId="{C341D2B2-F9C2-F358-13E3-F221F02B3367}"/>
          </ac:picMkLst>
        </pc:picChg>
      </pc:sldChg>
      <pc:sldChg chg="addSp modSp new mod">
        <pc:chgData name="M.Geethika Chowdary" userId="f74ba16347d03dc8" providerId="LiveId" clId="{EFE70133-15F4-49CF-9D96-B2F8D4545DB0}" dt="2026-05-27T10:25:56.514" v="146" actId="14100"/>
        <pc:sldMkLst>
          <pc:docMk/>
          <pc:sldMk cId="1204766688" sldId="274"/>
        </pc:sldMkLst>
        <pc:picChg chg="add mod">
          <ac:chgData name="M.Geethika Chowdary" userId="f74ba16347d03dc8" providerId="LiveId" clId="{EFE70133-15F4-49CF-9D96-B2F8D4545DB0}" dt="2026-05-27T10:25:56.514" v="146" actId="14100"/>
          <ac:picMkLst>
            <pc:docMk/>
            <pc:sldMk cId="1204766688" sldId="274"/>
            <ac:picMk id="3" creationId="{89B5094F-E551-1E6E-5F76-80A6E10D9B8B}"/>
          </ac:picMkLst>
        </pc:picChg>
      </pc:sldChg>
      <pc:sldChg chg="addSp modSp new mod">
        <pc:chgData name="M.Geethika Chowdary" userId="f74ba16347d03dc8" providerId="LiveId" clId="{EFE70133-15F4-49CF-9D96-B2F8D4545DB0}" dt="2026-05-27T10:25:37.009" v="142" actId="1035"/>
        <pc:sldMkLst>
          <pc:docMk/>
          <pc:sldMk cId="3490457575" sldId="275"/>
        </pc:sldMkLst>
        <pc:picChg chg="add mod">
          <ac:chgData name="M.Geethika Chowdary" userId="f74ba16347d03dc8" providerId="LiveId" clId="{EFE70133-15F4-49CF-9D96-B2F8D4545DB0}" dt="2026-05-27T10:25:37.009" v="142" actId="1035"/>
          <ac:picMkLst>
            <pc:docMk/>
            <pc:sldMk cId="3490457575" sldId="275"/>
            <ac:picMk id="3" creationId="{66013EB5-73A1-4961-24D4-DBDD433BD31C}"/>
          </ac:picMkLst>
        </pc:picChg>
      </pc:sldChg>
      <pc:sldChg chg="addSp modSp new mod chgLayout">
        <pc:chgData name="M.Geethika Chowdary" userId="f74ba16347d03dc8" providerId="LiveId" clId="{EFE70133-15F4-49CF-9D96-B2F8D4545DB0}" dt="2026-05-27T10:25:14.589" v="137" actId="14100"/>
        <pc:sldMkLst>
          <pc:docMk/>
          <pc:sldMk cId="792426289" sldId="276"/>
        </pc:sldMkLst>
        <pc:picChg chg="add mod">
          <ac:chgData name="M.Geethika Chowdary" userId="f74ba16347d03dc8" providerId="LiveId" clId="{EFE70133-15F4-49CF-9D96-B2F8D4545DB0}" dt="2026-05-27T10:25:14.589" v="137" actId="14100"/>
          <ac:picMkLst>
            <pc:docMk/>
            <pc:sldMk cId="792426289" sldId="276"/>
            <ac:picMk id="3" creationId="{51B71264-4ED7-811B-AFB9-6C09A10B7631}"/>
          </ac:picMkLst>
        </pc:picChg>
      </pc:sldChg>
      <pc:sldChg chg="addSp modSp new mod">
        <pc:chgData name="M.Geethika Chowdary" userId="f74ba16347d03dc8" providerId="LiveId" clId="{EFE70133-15F4-49CF-9D96-B2F8D4545DB0}" dt="2026-05-27T10:24:56.675" v="133" actId="14100"/>
        <pc:sldMkLst>
          <pc:docMk/>
          <pc:sldMk cId="3876532372" sldId="277"/>
        </pc:sldMkLst>
        <pc:picChg chg="add mod">
          <ac:chgData name="M.Geethika Chowdary" userId="f74ba16347d03dc8" providerId="LiveId" clId="{EFE70133-15F4-49CF-9D96-B2F8D4545DB0}" dt="2026-05-27T10:24:56.675" v="133" actId="14100"/>
          <ac:picMkLst>
            <pc:docMk/>
            <pc:sldMk cId="3876532372" sldId="277"/>
            <ac:picMk id="3" creationId="{E14D5A94-487D-69CF-DDB5-BDCC7337008C}"/>
          </ac:picMkLst>
        </pc:picChg>
      </pc:sldChg>
      <pc:sldChg chg="addSp modSp new mod">
        <pc:chgData name="M.Geethika Chowdary" userId="f74ba16347d03dc8" providerId="LiveId" clId="{EFE70133-15F4-49CF-9D96-B2F8D4545DB0}" dt="2026-05-27T10:24:39.187" v="129" actId="14100"/>
        <pc:sldMkLst>
          <pc:docMk/>
          <pc:sldMk cId="2959715651" sldId="278"/>
        </pc:sldMkLst>
        <pc:picChg chg="add mod">
          <ac:chgData name="M.Geethika Chowdary" userId="f74ba16347d03dc8" providerId="LiveId" clId="{EFE70133-15F4-49CF-9D96-B2F8D4545DB0}" dt="2026-05-27T10:24:39.187" v="129" actId="14100"/>
          <ac:picMkLst>
            <pc:docMk/>
            <pc:sldMk cId="2959715651" sldId="278"/>
            <ac:picMk id="3" creationId="{1F458747-2124-E968-9A56-A0D8242E7855}"/>
          </ac:picMkLst>
        </pc:picChg>
      </pc:sldChg>
      <pc:sldChg chg="addSp modSp new mod">
        <pc:chgData name="M.Geethika Chowdary" userId="f74ba16347d03dc8" providerId="LiveId" clId="{EFE70133-15F4-49CF-9D96-B2F8D4545DB0}" dt="2026-05-27T10:24:20.304" v="125" actId="14100"/>
        <pc:sldMkLst>
          <pc:docMk/>
          <pc:sldMk cId="2942783700" sldId="279"/>
        </pc:sldMkLst>
        <pc:picChg chg="add mod">
          <ac:chgData name="M.Geethika Chowdary" userId="f74ba16347d03dc8" providerId="LiveId" clId="{EFE70133-15F4-49CF-9D96-B2F8D4545DB0}" dt="2026-05-27T10:24:20.304" v="125" actId="14100"/>
          <ac:picMkLst>
            <pc:docMk/>
            <pc:sldMk cId="2942783700" sldId="279"/>
            <ac:picMk id="3" creationId="{460BE6C7-AD44-7EF2-1321-95959B02B6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7D69-CDA3-31F8-F913-25DC2C734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F5094-5D92-47B1-FCA1-8DF8DB498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9CC58-B3C2-818E-F128-D55F23A3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4506-4C07-1119-9FE0-AE114243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C6853-20B4-A82A-0DE9-7BC9E168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61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EC8C-3C6C-7713-3C99-17324B54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2C80-63BB-6456-F252-4F78C2B59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2A974-21EE-3FCB-896A-A245868C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8748A-CB2A-C5A6-B66B-A6A4AEC8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8A104-A8AC-6609-5BB0-A5EF55E2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17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A0C8-7EFF-2043-79D6-9C19C6F4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2E28C-9268-0D48-DBB8-4EB15107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49541-17EF-ECFF-7CE4-BACAC51B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3A18E-4138-A77F-3548-12910049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FA98-C9BB-EDEA-A110-38907C81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04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D9F9-6D82-EAF9-9B40-641D063F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6DC6-A3B9-8BEE-5EDC-F67B9D351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58607-E98F-7BC8-B730-BAF874D66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0AD2C-F536-673E-74D4-7F3BC9EC0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8416B-34F8-1A13-E180-8E8A6777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EC2F4-CAFE-9C51-2FFD-12CC71FC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99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0DED-9082-6D73-EAE9-FA6720B8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DB9B8-2B9D-15C0-EE83-29790D318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F9F13-196F-A947-CB66-34FE36C85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7A4B5-6FD9-A0D9-5787-5E630EC9B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F83BE-8465-F71C-6B29-7E92D16F9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1BEE9-DD3C-A3CE-40FE-1D5C6AFA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DEFCC-7964-259D-8B0E-854F6633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6F7E0-659D-649F-C2C9-C3E258E4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73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5E4F-1338-F599-E216-AA83F6C7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A5265-DC84-755A-8E65-E755DC7B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36D03-3424-C4B8-94B6-26878166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80887-B68D-ED54-5261-2B263FE5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16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1784A-800C-5B85-69C0-F88D5A2E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6B296-FC86-C08C-0EA5-E670B849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B711B-DDBA-7E67-EDE5-4940B7A0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C88F-350E-424C-7D35-63373B7C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33DC-6E8A-751A-2454-1B33FA6C9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99659-7A65-A026-F5B1-23AC5AF6C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AB00E-7562-A321-0525-1E6DC4F5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886E3-21D2-A205-9112-247ECD2E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807ED-BA1E-290C-7192-C2BD6B1A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8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E750-2CD1-4803-15C0-80413AC34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2BDAF-180D-E3E0-242C-444830D50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A3DD6-BABB-6706-F8D7-61A18D917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24BB7-0109-3888-CB08-2B51A936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E78D-9411-E462-86DC-6051D120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FFADD-EDA6-B3A5-42AB-841136C6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3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205F-2AC3-20E8-9648-823F714A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8147A-EBFE-13C9-0EEA-DF99D93FE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2D36C-E024-5D27-9089-0CE4321A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B1FC-B89F-7017-B6FA-C5E62F84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B2D8-0BEC-0FC2-A0C3-921D02C0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3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E624E-259E-7CDB-5C45-7CB60CD7A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9A0CB-85F8-6588-D4D7-F0D70C7A3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649FF-AFF7-5316-FDE4-92748333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FC82D-6B0E-D400-C827-6C952C8C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5253D-DEC4-8D44-249E-77F04052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68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D42FA-5F5D-A7A6-89E6-2E029878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61EBF-D418-91C5-F0EA-52E905DA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50F62-A38E-521C-8CEC-3C1FAE7D3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281F0-2F62-416F-AFB1-7538571F1B5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A48C-DBDC-1DD5-187E-0C1C514CD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CC39C-A87D-AF94-E8DC-43B7CDD42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B721-04CD-43FE-BF6A-D2B0C5DE9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2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0D0DB-BBE5-C015-C2F5-162E1A90E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F24E5E-EAEC-EF25-5349-D901CB89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74" y="1037303"/>
            <a:ext cx="9581535" cy="364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21B45-B176-6560-7144-0AF9CA53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7077"/>
            <a:ext cx="12192000" cy="70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5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iagram&#10;&#10;AI-generated content may be incorrect.">
            <a:extLst>
              <a:ext uri="{FF2B5EF4-FFF2-40B4-BE49-F238E27FC236}">
                <a16:creationId xmlns:a16="http://schemas.microsoft.com/office/drawing/2014/main" id="{C6E29A37-B54C-AF8E-E855-BC35D08B5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00"/>
            <a:ext cx="12191999" cy="68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8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BDB34-A0B4-319A-D601-7D684D271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5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77C1E-5FE8-0596-CF12-DB2F2E68E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1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D6C04-C8DB-DCBE-C738-65BF59F31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2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F6967-EC66-9E1A-F544-C7BD88150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6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3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35655-1081-C578-04CE-145CD2064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9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board with white text&#10;&#10;AI-generated content may be incorrect.">
            <a:extLst>
              <a:ext uri="{FF2B5EF4-FFF2-40B4-BE49-F238E27FC236}">
                <a16:creationId xmlns:a16="http://schemas.microsoft.com/office/drawing/2014/main" id="{7459881C-FF7B-966F-3971-FCCE4FE92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923649C-68C5-EAAD-645D-A2ABDE26D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84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iagram&#10;&#10;AI-generated content may be incorrect.">
            <a:extLst>
              <a:ext uri="{FF2B5EF4-FFF2-40B4-BE49-F238E27FC236}">
                <a16:creationId xmlns:a16="http://schemas.microsoft.com/office/drawing/2014/main" id="{368EFD3A-A991-46E3-7944-65A7BF938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5E539CF-C334-2F75-0B80-B471F15AB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4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eat allocation&#10;&#10;AI-generated content may be incorrect.">
            <a:extLst>
              <a:ext uri="{FF2B5EF4-FFF2-40B4-BE49-F238E27FC236}">
                <a16:creationId xmlns:a16="http://schemas.microsoft.com/office/drawing/2014/main" id="{54C918D5-4C1F-C1AA-D0E8-EC557A7EA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15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board with white text and a wooden frame&#10;&#10;AI-generated content may be incorrect.">
            <a:extLst>
              <a:ext uri="{FF2B5EF4-FFF2-40B4-BE49-F238E27FC236}">
                <a16:creationId xmlns:a16="http://schemas.microsoft.com/office/drawing/2014/main" id="{0604B35D-FF00-A21F-1B85-984EE5469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78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odel overview&#10;&#10;AI-generated content may be incorrect.">
            <a:extLst>
              <a:ext uri="{FF2B5EF4-FFF2-40B4-BE49-F238E27FC236}">
                <a16:creationId xmlns:a16="http://schemas.microsoft.com/office/drawing/2014/main" id="{68C1CE12-94DB-95F9-71F9-AC1EE9808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0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AE443FF8-9D17-9A69-5B12-3B2F4D813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31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E979DC8-4F40-650E-6A01-26A82FD1A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68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41D2B2-F9C2-F358-13E3-F221F02B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09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board with white text and glasses&#10;&#10;AI-generated content may be incorrect.">
            <a:extLst>
              <a:ext uri="{FF2B5EF4-FFF2-40B4-BE49-F238E27FC236}">
                <a16:creationId xmlns:a16="http://schemas.microsoft.com/office/drawing/2014/main" id="{89B5094F-E551-1E6E-5F76-80A6E10D9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66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a comparison between a comparison between a comparison between a comparison between a comparison between a comparison between a comparison between a comparison between a comparison between a comparison between a comparison between a comparison between&#10;&#10;AI-generated content may be incorrect.">
            <a:extLst>
              <a:ext uri="{FF2B5EF4-FFF2-40B4-BE49-F238E27FC236}">
                <a16:creationId xmlns:a16="http://schemas.microsoft.com/office/drawing/2014/main" id="{66013EB5-73A1-4961-24D4-DBDD433B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57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1B71264-4ED7-811B-AFB9-6C09A10B7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26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14D5A94-487D-69CF-DDB5-BDCC73370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32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resentation&#10;&#10;AI-generated content may be incorrect.">
            <a:extLst>
              <a:ext uri="{FF2B5EF4-FFF2-40B4-BE49-F238E27FC236}">
                <a16:creationId xmlns:a16="http://schemas.microsoft.com/office/drawing/2014/main" id="{1F458747-2124-E968-9A56-A0D8242E7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1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board with white text and glasses&#10;&#10;AI-generated content may be incorrect.">
            <a:extLst>
              <a:ext uri="{FF2B5EF4-FFF2-40B4-BE49-F238E27FC236}">
                <a16:creationId xmlns:a16="http://schemas.microsoft.com/office/drawing/2014/main" id="{460BE6C7-AD44-7EF2-1321-95959B02B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8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M.Geethika Chowdary</dc:creator>
  <cp:lastModifiedBy>M.Geethika Chowdary</cp:lastModifiedBy>
  <cp:revision>1</cp:revision>
  <dcterms:created xsi:type="dcterms:W3CDTF">2026-05-27T05:50:27Z</dcterms:created>
  <dcterms:modified xsi:type="dcterms:W3CDTF">2026-05-27T10:27:41Z</dcterms:modified>
</cp:coreProperties>
</file>